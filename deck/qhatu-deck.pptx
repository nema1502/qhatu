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María: Pensemos en una exportadora boliviana que cierra una venta con un comprador del exterior.</a:t>
            </a:r>
          </a:p>
          <a:p/>
          <a:p>
            <a:r>
              <a:t>María: El comprador no quiere pagar antes de recibir, y la exportadora no quiere despachar sin saber si le van a pagar.</a:t>
            </a:r>
          </a:p>
          <a:p/>
          <a:p>
            <a:r>
              <a:t>María: Hoy, uno de los dos se arriesga a ciegas.</a:t>
            </a:r>
          </a:p>
          <a:p/>
          <a:p>
            <a:r>
              <a:t>María: Por eso existe Qhatu: tu proveedor cobra cuando cumple.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María: En Bolivia, las operaciones con activos virtuales pasaron de 46 a 294 millones de dólares en un año.</a:t>
            </a:r>
          </a:p>
          <a:p/>
          <a:p>
            <a:r>
              <a:t>María: Muchos pagan por adelantado y sin protección.</a:t>
            </a:r>
          </a:p>
          <a:p/>
          <a:p>
            <a:r>
              <a:t>María: En el mundo faltan 2,5 billones de dólares de financiamiento al comercio, y a las pymes les rechazan cuatro de cada diez solicitudes.</a:t>
            </a:r>
          </a:p>
          <a:p/>
          <a:p>
            <a:r>
              <a:t>María: El pago ya existe. La confianza, 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Nicolás: Qhatu es un pago condicionado por hitos: el exportador arma el trato y le manda un link al comprador.</a:t>
            </a:r>
          </a:p>
          <a:p/>
          <a:p>
            <a:r>
              <a:t>Nicolás: El comprador deposita el 100% en un escrow en Stellar, antes de producir.</a:t>
            </a:r>
          </a:p>
          <a:p/>
          <a:p>
            <a:r>
              <a:t>Nicolás: Reglas automáticas revisan los documentos y el contenedor.</a:t>
            </a:r>
          </a:p>
          <a:p/>
          <a:p>
            <a:r>
              <a:t>Nicolás: Se libera el 30% al confirmar el pedido y el 70% contra la guía de embarque verificada.</a:t>
            </a:r>
          </a:p>
          <a:p/>
          <a:p>
            <a:r>
              <a:t>Nicolás: Y Qhatu nunca controla la plata.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Nicolás: Así funciona, paso por paso: una maqueta.</a:t>
            </a:r>
          </a:p>
          <a:p/>
          <a:p>
            <a:r>
              <a:t>Nicolás: El comprador deposita mil dólares digitales en el escrow.</a:t>
            </a:r>
          </a:p>
          <a:p/>
          <a:p>
            <a:r>
              <a:t>Nicolás: Se confirma el pedido y se libera el 30%.</a:t>
            </a:r>
          </a:p>
          <a:p/>
          <a:p>
            <a:r>
              <a:t>Nicolás: Se suben los documentos y una regla detecta un contenedor inválido: el pago queda retenido.</a:t>
            </a:r>
          </a:p>
          <a:p/>
          <a:p>
            <a:r>
              <a:t>Nicolás: Se corrige, el comprador aprueba y se libera el 70%.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Nicolás: Pollar abre la puerta: una cuenta de Google o de correo, sin cripto.</a:t>
            </a:r>
          </a:p>
          <a:p/>
          <a:p>
            <a:r>
              <a:t>Nicolás: Trustless Work guarda la plata en un escrow no custodial, ya activo en mainnet.</a:t>
            </a:r>
          </a:p>
          <a:p/>
          <a:p>
            <a:r>
              <a:t>Nicolás: Y Qhatu arma el trato, revisa los documentos y señala cuándo se cumple cada hito.</a:t>
            </a:r>
          </a:p>
          <a:p/>
          <a:p>
            <a:r>
              <a:t>Nicolás: Frente a una carta de crédito: sin línea de crédito, sin trámite bancario, y con pago en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María: Cobramos entre 1 y 1,5% de cada trato, con un mínimo de 75 dólares.</a:t>
            </a:r>
          </a:p>
          <a:p/>
          <a:p>
            <a:r>
              <a:t>María: Es del mismo orden que una carta de crédito; cambian el acceso y la rapidez.</a:t>
            </a:r>
          </a:p>
          <a:p/>
          <a:p>
            <a:r>
              <a:t>María: Después sumamos Kipu: facturas y contabilidad automáticas, como suscripción.</a:t>
            </a:r>
          </a:p>
          <a:p/>
          <a:p>
            <a:r>
              <a:t>María: Despachantes y agentes de carga son un canal: ganan una parte por cada cliente.</a:t>
            </a:r>
          </a:p>
          <a:p/>
          <a:p>
            <a:r>
              <a:t>María: Son hipótesis. Las vamos a validar en un piloto de 30 días.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las preguntas del jurado. Las respuestas completas están en docs/defensa.md.</a:t>
            </a:r>
          </a:p>
          <a:p/>
          <a:p>
            <a:r>
              <a:t>- ¿Es lo mismo que Trustless Work? No: ellos son la caja fuerte (escrow no custodial); Qhatu es el producto de comercio exterior encima.</a:t>
            </a:r>
          </a:p>
          <a:p>
            <a:r>
              <a:t>- ¿Más barato que una carta de crédito? No lo afirmamos: del mismo orden (0,75% a 3% contra 1% a 1,5%). Buscamos acceso y rapidez, y lo medimos en el piloto.</a:t>
            </a:r>
          </a:p>
          <a:p>
            <a:r>
              <a:t>- ¿Por qué el comprador deposita el 100%? Es la mayor duda del diseño; por eso se libera en dos hitos.</a:t>
            </a:r>
          </a:p>
          <a:p>
            <a:r>
              <a:t>- ¿Es legal? Falta opinión legal. Qhatu no toca los fondos y habla de pago condicionado por hitos.</a:t>
            </a:r>
          </a:p>
          <a:p>
            <a:r>
              <a:t>- ¿Entrevistas? No formales todavía: la evidencia es pública. Siguen entrevistas y 3 tratos reales.</a:t>
            </a:r>
          </a:p>
          <a:p>
            <a:r>
              <a:t>- ¿Qué hay hecho? El diseño, el deck, el video y una maqueta. La demo en testnet es lo próximo.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María: Empezamos con exportadores bolivianos y sus compradores.</a:t>
            </a:r>
          </a:p>
          <a:p/>
          <a:p>
            <a:r>
              <a:t>María: Seguimos con Latinoamérica, y de ahí a cualquier pyme del mundo que hoy paga a ciegas.</a:t>
            </a:r>
          </a:p>
          <a:p/>
          <a:p>
            <a:r>
              <a:t>Nicolás: Somos dos. Primero, la demo en testnet; después, tratos reales en mainnet.</a:t>
            </a:r>
          </a:p>
          <a:p/>
          <a:p>
            <a:r>
              <a:t>Nicolás: Qhatu: tu proveedor cobra cuando cumple.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4"/><Relationship Id="rId4" Type="http://schemas.openxmlformats.org/officeDocument/2006/relationships/video" Target="../media/media2.mp4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3.mp4"/><Relationship Id="rId4" Type="http://schemas.openxmlformats.org/officeDocument/2006/relationships/video" Target="../media/media3.mp4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media" Target="../media/media5.mp4"/><Relationship Id="rId4" Type="http://schemas.openxmlformats.org/officeDocument/2006/relationships/video" Target="../media/media5.mp4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microsoft.com/office/2007/relationships/media" Target="../media/media6.mp4"/><Relationship Id="rId4" Type="http://schemas.openxmlformats.org/officeDocument/2006/relationships/video" Target="../media/media6.mp4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7.mp4"/><Relationship Id="rId4" Type="http://schemas.openxmlformats.org/officeDocument/2006/relationships/video" Target="../media/media7.mp4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microsoft.com/office/2007/relationships/media" Target="../media/media8.mp4"/><Relationship Id="rId4" Type="http://schemas.openxmlformats.org/officeDocument/2006/relationships/video" Target="../media/media8.mp4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porta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1Portada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probl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2Problema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3Soluc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luj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4Fluj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tel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5Stellar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6Modelo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7Validac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8Pla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